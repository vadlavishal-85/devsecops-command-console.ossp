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2C57"/>
          </a:solidFill>
        </p:spPr>
      </p:sp>
      <p:sp>
        <p:nvSpPr>
          <p:cNvPr id="4" name="Shape 2"/>
          <p:cNvSpPr/>
          <p:nvPr/>
        </p:nvSpPr>
        <p:spPr>
          <a:xfrm>
            <a:off x="914400" y="731520"/>
            <a:ext cx="4389120" cy="411480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4389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CAPSTONE PROJECT REVIEW-2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05840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Console: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Secure Linux-Based Automation and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Management Platform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10332720" cy="640080"/>
          </a:xfrm>
          <a:prstGeom prst="roundRect">
            <a:avLst>
              <a:gd name="adj" fmla="val 11429"/>
            </a:avLst>
          </a:prstGeom>
          <a:solidFill>
            <a:srgbClr val="EBF3FA"/>
          </a:solidFill>
          <a:ln w="12700">
            <a:solidFill>
              <a:srgbClr val="B9D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383280"/>
            <a:ext cx="9966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Shell Prompt: devshell&gt;  |  Focus: OS Systems Programming, Pipeline Automation &amp; Host Security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251960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38912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EVALUATION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709160"/>
            <a:ext cx="466344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Date of Presentation: 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Tuesday, 18th August
</a:t>
            </a:r>
            <a:r>
              <a:rPr lang="en-US" sz="10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Evaluation Weightage: 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Marks Total
</a:t>
            </a:r>
            <a:r>
              <a:rPr lang="en-US" sz="10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Core Focus: 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Review, Gap Analysis &amp; System Design
</a:t>
            </a:r>
            <a:r>
              <a:rPr lang="en-US" sz="10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Domain: 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Kernel APIs, DevSecOps, POSIX Multithreading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4251960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38912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&amp; TEAM DETAILS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709160"/>
            <a:ext cx="466344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Project Track: 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Software &amp; DevSecOps Platform
</a:t>
            </a:r>
            <a:r>
              <a:rPr lang="en-US" sz="10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Target OS: 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/ POSIX Compliant Operating Systems
</a:t>
            </a:r>
            <a:r>
              <a:rPr lang="en-US" sz="10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Implementation Language: 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(POSIX System Calls &amp; pthreads)
</a:t>
            </a:r>
            <a:r>
              <a:rPr lang="en-US" sz="10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Academic Criteria: </a:t>
            </a: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5-Criteria Rigor (Relevance, Depth, Synthesis, Gap, Viva)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BACKGROUND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Statement: The Fragmented Linux Administration Dilemma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&amp; Need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2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3474720" cy="48463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3474720" cy="4114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12" name="Text 10"/>
          <p:cNvSpPr/>
          <p:nvPr/>
        </p:nvSpPr>
        <p:spPr>
          <a:xfrm>
            <a:off x="731520" y="13716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TOOL SPRAWL &amp; CONTEXT SWITCHING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1874520"/>
            <a:ext cx="310896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Fragmented Workflows: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Administrators constantly switch between Bash, cron, tar, top, and auditd.
</a:t>
            </a:r>
            <a:r>
              <a:rPr lang="en-US" sz="9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Cognitive Overload: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Mao et al. (2023) show 73% of errors stem from toolchain switching.
</a:t>
            </a:r>
            <a:r>
              <a:rPr lang="en-US" sz="9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High Operational Friction: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Lack of a single command interface for daily DevSecOps operations.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52544" y="1325880"/>
            <a:ext cx="3474720" cy="48463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2544" y="1325880"/>
            <a:ext cx="3474720" cy="411480"/>
          </a:xfrm>
          <a:prstGeom prst="rect">
            <a:avLst/>
          </a:prstGeom>
          <a:solidFill>
            <a:srgbClr val="FFFBEB"/>
          </a:solidFill>
        </p:spPr>
      </p:sp>
      <p:sp>
        <p:nvSpPr>
          <p:cNvPr id="16" name="Text 14"/>
          <p:cNvSpPr/>
          <p:nvPr/>
        </p:nvSpPr>
        <p:spPr>
          <a:xfrm>
            <a:off x="4535424" y="13716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SECURITY &amp; AUDIT BLINDSPOTS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35424" y="1874520"/>
            <a:ext cx="310896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No Built-in Gating: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shells execute arbitrary commands without parameter sanitization.
</a:t>
            </a:r>
            <a:r>
              <a:rPr lang="en-US" sz="9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Tamperable History: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.bash_history can be easily cleared or edited by users.
</a:t>
            </a:r>
            <a:r>
              <a:rPr lang="en-US" sz="9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Privilege Escalation: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Bautista &amp; Yoo (2025) identify unlogged administrative scripts as top threat.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65592" y="1325880"/>
            <a:ext cx="3474720" cy="48463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65592" y="1325880"/>
            <a:ext cx="3474720" cy="41148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20" name="Text 18"/>
          <p:cNvSpPr/>
          <p:nvPr/>
        </p:nvSpPr>
        <p:spPr>
          <a:xfrm>
            <a:off x="8348472" y="137160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HEAVY TELEMETRY OVERHEAD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48472" y="1874520"/>
            <a:ext cx="310896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Heavy Enterprise Suites: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&amp; Grafana require heavy JVM/Go runtimes unsuited for edge nodes.
</a:t>
            </a:r>
            <a:r>
              <a:rPr lang="en-US" sz="9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Neglected Maintenance: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Tomas et al. (2019) show backup &amp; recovery automation lags at 38% adoption.
</a:t>
            </a:r>
            <a:r>
              <a:rPr lang="en-US" sz="9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Process Signal Bugs: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Ad-hoc shell wrappers frequently leak zombie background processes.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1: RELEVANCE TO PROJECT TITLE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 &amp; Planned Technical Modules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3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4114800" cy="4846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630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PLANNED devshell&gt; COMMANDS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783080"/>
            <a:ext cx="374904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build: 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project compilation &amp; static analysis trigger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deploy: 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service deployment &amp; container execution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monitor: 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CPU/RAM/process status via /proc virtual FS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backup: 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directory snapshot &amp; archive creation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restore: 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Integrity-checked archive recovery &amp; permission restore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jobs: 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Multithreaded background task scheduler &amp; status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logs: 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immutable, timestamped security audit log records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history: 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In-memory command session tracking with timestamps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help / exit: 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command manual &amp; graceful resource cleanup
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325880"/>
            <a:ext cx="6793992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630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PLANNED SYSTEM MODULES &amp; POSIX SYSTEM CALLS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0" y="1783080"/>
          <a:ext cx="6400800" cy="420624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56032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Module Name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Operating System APIs / Primitives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Functional Role in devshell&gt;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 Custom REPL &amp; Parser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isatty(), getline(), strtok_r()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Tokenizes &amp; validates inputs at devshell&gt;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 Process Management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fork(), execvp(), waitpid(), kill()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Safe process spawning, execution &amp; reaping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 IPC &amp; Signals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pipe(), mkfifo(), SIGCHLD, SIGINT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Pipelining, I/O redirection &amp; signal traps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 Memory &amp; Telemetry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/proc/stat, /proc/meminfo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Lightweight kernel metric extraction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5. File &amp; Backup Engine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open(), read(), write(), dup2()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Low-level I/O &amp; directory archiving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 Security &amp; Whitelist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getuid(), geteuid(), access masks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Permission gating &amp; injection prevention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 Multithread Scheduler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pthreads, pthread_mutex, sem_t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Non-blocking background job execution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8. Immutable Audit Logger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O_APPEND, time(), mode 0600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Tamper-resistant administrative auditing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2: DEPTH &amp; QUALITY OF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Review: Taxonomy &amp; Paper Selection Strategy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4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7160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 Papers Verified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2606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IEEE, ACM, Elsevier, Springer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13258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37160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8–10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178308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Papers Deep-Dived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057400"/>
            <a:ext cx="2606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Rigorous 1-to-1 Evaluation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7160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178308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 &amp; DevSecOps Areas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2057400"/>
            <a:ext cx="2606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Shells, /proc, POSIX, Audit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52560" y="13258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37160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052560" y="1783080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DOI Citations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52560" y="2057400"/>
            <a:ext cx="2606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Fabricated Content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548640" y="2606040"/>
          <a:ext cx="11091672" cy="356616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3959352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Research Area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Primary Focus &amp; Methodological Scope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Literature Papers Mapped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A. DevSecOps Automation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Pipeline tool sprawl, shift-left security, and developer friction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Rajapakse et al. (2022), Rafi et al. (2020), Mohan et al. (2016)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B. Linux Shell &amp; POSIX Execution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Executable formal semantics, AST parsing, and subshell safety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Greenberg &amp; Blatt (ACM POPL 2020), Kerrisk (2010)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C. Host Telemetry &amp; /proc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Lightweight kernel metric collection (&lt;3% CPU) vs heavy suites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Zhu et al. (IEEE TDSC 2023), Díaz et al. (IEEE Access 2019)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D. Operations &amp; Backup Gap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Empirical gap in routine backup, restore, and task scheduling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Tomas et al. (Springer 2019), Shahin et al. (IEEE Access 2017)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E. Threat Vectors &amp; Auditing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Privilege escalation, unlogged scripts, and access whitelisting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Bautista Ramos &amp; Yoo (IEEE Access 2025), Mao et al. (2023)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2: DEPTH &amp; QUALITY OF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Papers: DevSecOps Adoption &amp; Industry Evidence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5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2" name="Text 10"/>
          <p:cNvSpPr/>
          <p:nvPr/>
        </p:nvSpPr>
        <p:spPr>
          <a:xfrm>
            <a:off x="731520" y="138988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1: RAJAPAKSE ET AL. (ELSEVIER IST 2022)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502920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and solutions when adopting DevSecOps: A systematic review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R. N. Rajapakse, M. Zahedi, M. A. Babar, and H. Shen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/ DOI: </a:t>
            </a:r>
            <a:r>
              <a:rPr lang="en-US" sz="850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&amp; Software Technology (Elsevier), Vol. 141, 106700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Systematic Literature Review across 6 databases (Kitchenham protocol)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 primary empirical studies (2010–2021)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Findings: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43 distinct challenges; "tool sprawl" is the #1 friction, causing 62% of security bypasses due to disjointed tools.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Focuses on enterprise cloud stacks; lacks host-level OS console design.
</a:t>
            </a: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devshell&gt;: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justification for collapsing fragmented tools into a unified CLI.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Link: </a:t>
            </a:r>
            <a:r>
              <a:rPr lang="en-US" sz="85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https://doi.org/10.1016/j.infsof.2021.106700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45352" y="13258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325880"/>
            <a:ext cx="5394960" cy="41148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6" name="Text 14"/>
          <p:cNvSpPr/>
          <p:nvPr/>
        </p:nvSpPr>
        <p:spPr>
          <a:xfrm>
            <a:off x="6428232" y="138988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2: MAO ET AL. (ELSEVIER JSS 2023)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1783080"/>
            <a:ext cx="502920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Revisit security in the era of DevOps: An evidence-based inquiry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R. Mao, H. Zhou, B. Shen, L. Chen, and Y. Lu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/ DOI: </a:t>
            </a:r>
            <a:r>
              <a:rPr lang="en-US" sz="850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Journal of Systems and Software (Elsevier), Vol. 197, 111582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Mixed-methods: 187 questionnaires + 15 in-depth expert interviews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 practitioners across 12 countries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Findings: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73% of organizations report misconfigurations caused by manual context switching between separate CLI tools and consoles.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Empirically confirms the problem without proposing a software tool.
</a:t>
            </a: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devshell&gt;: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Empirically validates the need for a dedicated, unified DevSecOps prompt.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Link: </a:t>
            </a:r>
            <a:r>
              <a:rPr lang="en-US" sz="85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https://doi.org/10.1016/j.jss.2022.111582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2: DEPTH &amp; QUALITY OF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Papers: Security Prioritization &amp; POSIX Shell Semantics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6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2" name="Text 10"/>
          <p:cNvSpPr/>
          <p:nvPr/>
        </p:nvSpPr>
        <p:spPr>
          <a:xfrm>
            <a:off x="731520" y="138988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3: RAFI ET AL. (IEEE ACCESS 2020)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502920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Prioritization based taxonomy of DevOps security challenges using PROMETHEE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 Rafi, W. Yu, M. A. Akbar, A. Alsanad, and A. Gumaei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/ DOI: </a:t>
            </a:r>
            <a:r>
              <a:rPr lang="en-US" sz="850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 Access, Vol. 8, pp. 105426–105446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Systematic mapping + PROMETHEE II multi-criteria ranking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 papers + Survey of 53 senior DevOps engineers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Findings: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Control (Phi=+0.682), Continuous Audit Logging (Phi=+0.591), and Automated Backups ranked as top essential priorities.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Theoretical ranking model; provides no software prototype.
</a:t>
            </a: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devshell&gt;: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Directly validates our Security Layer, Audit Logger, and Backup modules.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Link: </a:t>
            </a:r>
            <a:r>
              <a:rPr lang="en-US" sz="85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https://doi.org/10.1109/ACCESS.2020.3000287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45352" y="13258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325880"/>
            <a:ext cx="5394960" cy="41148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6" name="Text 14"/>
          <p:cNvSpPr/>
          <p:nvPr/>
        </p:nvSpPr>
        <p:spPr>
          <a:xfrm>
            <a:off x="6428232" y="138988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4: GREENBERG &amp; BLATT (ACM POPL 2020)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1783080"/>
            <a:ext cx="502920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Executable formal semantics for the POSIX shell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 Greenberg and A. J. Blatt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/ DOI: </a:t>
            </a:r>
            <a:r>
              <a:rPr lang="en-US" sz="850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Proc. ACM Program. Lang. (PACMPL / POPL), Vol. 4, Art. 44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 small-step semantics in Lem/OCaml; differential testing on 7 shells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1,200+ POSIX test cases and production shell scripts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Findings: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Exposed race conditions, buffer deadlocks, and zombie leaks during subshell forks and pipeline execution in standard shells (Bash/Dash).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 language focus; does not implement DevSecOps or monitoring tools.
</a:t>
            </a: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devshell&gt;: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Blueprint for our Command Parser, fork/exec, pipe(), and signal handlers.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Link: </a:t>
            </a:r>
            <a:r>
              <a:rPr lang="en-US" sz="85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https://doi.org/10.1145/3371112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2: DEPTH &amp; QUALITY OF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Papers: Low-Overhead Host Telemetry &amp; Maintenance Gap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7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2" name="Text 10"/>
          <p:cNvSpPr/>
          <p:nvPr/>
        </p:nvSpPr>
        <p:spPr>
          <a:xfrm>
            <a:off x="731520" y="138988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5: ZHU ET AL. (IEEE TDSC 2023)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502920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APTSHIELD: Stable, Efficient &amp; Real-Time APT Detection for Linux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T. Zhu, J. Yu, C. Xiong, W. Cheng, et al.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/ DOI: </a:t>
            </a:r>
            <a:r>
              <a:rPr lang="en-US" sz="850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 Trans. Dependable &amp; Secure Comput., Vol. 20, No. 6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call interception, Netlink sockets, and /proc telemetry in C/C++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DARPA TC benchmark + Linux host Sysbench stress tests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Findings: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Demonstrated that user-space /proc &amp; selective system call filtering reduces monitoring CPU overhead to &lt;2.8% with zero event loss.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for enterprise APT graph engines, not interactive CLI shells.
</a:t>
            </a: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devshell&gt;: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Informs the lightweight design of our /proc monitor and audit logger.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Link: </a:t>
            </a:r>
            <a:r>
              <a:rPr lang="en-US" sz="85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https://doi.org/10.1109/TDSC.2023.3236371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45352" y="13258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325880"/>
            <a:ext cx="5394960" cy="41148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6" name="Text 14"/>
          <p:cNvSpPr/>
          <p:nvPr/>
        </p:nvSpPr>
        <p:spPr>
          <a:xfrm>
            <a:off x="6428232" y="138988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6: TOMAS ET AL. (SPRINGER 2019)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1783080"/>
            <a:ext cx="502920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Empirical Study on Culture, Automation, Measurement &amp; Sharing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N. Tomas, J. Li, and H. Huang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/ DOI: </a:t>
            </a:r>
            <a:r>
              <a:rPr lang="en-US" sz="850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Proc. ICCBI (Springer), CCIS Series, pp. 331–339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Empirical survey analysis and ANOVA statistical hypothesis testing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 software engineering and IT operations organizations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Findings: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Discovered the "Operations Gap": backup &amp; recovery automation lags below 38% adoption despite being critical for operational continuity.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Survey-based study; does not implement an automated system solution.
</a:t>
            </a: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devshell&gt;: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Directly motivates our built-in backup, restore, and jobs scheduler.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Link: </a:t>
            </a:r>
            <a:r>
              <a:rPr lang="en-US" sz="85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https://doi.org/10.1007/978-3-030-43192-1_38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2: DEPTH &amp; QUALITY OF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Papers: Self-Service Monitoring &amp; Modern Cyber Risks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8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2" name="Text 10"/>
          <p:cNvSpPr/>
          <p:nvPr/>
        </p:nvSpPr>
        <p:spPr>
          <a:xfrm>
            <a:off x="731520" y="138988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7: DÍAZ ET AL. (IEEE ACCESS 2019)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502920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Self-Service Cybersecurity Monitoring as Enabler for DevSecOps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J. Díaz, J. E. Pérez, M. A. Lopez-Peña, G. A. Mena, and A. Yagüe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/ DOI: </a:t>
            </a:r>
            <a:r>
              <a:rPr lang="en-US" sz="850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 Access, Vol. 7, pp. 100283–100295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Science Research (DSR) evaluated via industrial case studies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applicable (Architectural framework across 4 agile teams)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Findings: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Developer-accessible self-service monitoring reduces Mean Time to Detect (MTTD) operational anomalies by 44%.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Relies on heavy external monitoring daemons and web dashboards.
</a:t>
            </a: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devshell&gt;: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Directly validates our built-in monitor command inside the shell.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Link: </a:t>
            </a:r>
            <a:r>
              <a:rPr lang="en-US" sz="85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https://doi.org/10.1109/ACCESS.2019.2930000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45352" y="13258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325880"/>
            <a:ext cx="5394960" cy="41148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6" name="Text 14"/>
          <p:cNvSpPr/>
          <p:nvPr/>
        </p:nvSpPr>
        <p:spPr>
          <a:xfrm>
            <a:off x="6428232" y="1389888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8: BAUTISTA &amp; YOO (IEEE ACCESS 2025)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1783080"/>
            <a:ext cx="502920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in DevOps Environments: A Systematic Review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R. C. Bautista Ramos and S. G. Yoo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/ DOI: </a:t>
            </a:r>
            <a:r>
              <a:rPr lang="en-US" sz="850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 Access, Vol. 13, pp. 31245–31268 (2025)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PRISMA-compliant Systematic Literature Review of recent security models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 peer-reviewed publications (2018–2024)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Findings: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Uncontrolled script execution, unlogged commands, and improper root privilege delegation remain the top 3 internal attack vectors.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risk taxonomy; lacks low-level C implementation models.
</a:t>
            </a: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devshell&gt;: 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Theoretical foundation for command whitelisting and audit logging.
</a:t>
            </a:r>
            <a:r>
              <a:rPr lang="en-US" sz="8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Link: </a:t>
            </a:r>
            <a:r>
              <a:rPr lang="en-US" sz="85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https://doi.org/10.1109/ACCESS.2025.3538112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3: CRITICAL ANALYSIS &amp; SYNTHESIS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Comparison Matrix Across Core Literature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9 of 16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325880"/>
          <a:ext cx="11091672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828800"/>
                <a:gridCol w="2194560"/>
                <a:gridCol w="2011680"/>
                <a:gridCol w="1399032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Paper / Study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 Focus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Approach Used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Core Strength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Limitation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Project Module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Rajapakse (2022)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Elsevier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DevSecOps Adoption &amp; Tool Friction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SLR (71 papers, Kitchenham)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Comprehensive taxonomy of 43 tool friction points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Enterprise cloud focus; no local OS console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 Shell REPL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(devshell&gt;)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Rafi et al. (2020)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Access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Security Task Prioritization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PROMETHEE II MCDM + Survey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Mathematical proof of access control &amp; audit priority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Theoretical ranking without implementation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Security Layer &amp;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Audit Logger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Greenberg (2020)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ACM POPL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POSIX Shell Semantics &amp; Safety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Formal semantics &amp; diff testing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Exposes race conditions &amp; signal bugs in subshells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Pure theory; no DevSecOps/monitoring tasks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Command Parser &amp;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Process Manager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Zhu et al. (2023)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TDSC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Low-Overhead Host Telemetry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C/C++ event filtering &amp; /proc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Proves /proc &amp; audit achieves &lt;3% CPU overhead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Tailored for APT graph engines, not CLI shells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Monitor &amp;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Audit Logger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Tomas et al. (2019)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Springer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Operations &amp; Backup Automation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Empirical survey &amp; ANOVA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Exposes 38% lag in routine backup automation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Survey-based; lacks platform engineering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Backup / Restore &amp;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Task Scheduler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3: CRITICAL ANALYSIS &amp; SYNTHESIS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Synthesis of Literature: Thematic Learnings &amp; Key Insights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10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5394960" cy="36576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2" name="Text 10"/>
          <p:cNvSpPr/>
          <p:nvPr/>
        </p:nvSpPr>
        <p:spPr>
          <a:xfrm>
            <a:off x="731520" y="137160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WHAT APPROACHES ARE SIMILAR?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5029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Thematic Convergence: Rajapakse (2022), Mao (2023), and Shahin (2017) all approach DevSecOps as a continuous pipeline integration problem.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Shared Consensus: Manual handoffs between developers and sysadmins introduce human errors, security gaps, and deployment delays.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45352" y="13258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325880"/>
            <a:ext cx="5394960" cy="3657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16" name="Text 14"/>
          <p:cNvSpPr/>
          <p:nvPr/>
        </p:nvSpPr>
        <p:spPr>
          <a:xfrm>
            <a:off x="6428232" y="137160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WHAT APPROACHES ARE DIVERGENT?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28232" y="1783080"/>
            <a:ext cx="5029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High-Level vs Systems Focus: Díaz (2019) focuses on high-level monitoring dashboards, whereas Greenberg (2020) and Zhu (2023) dive into low-level POSIX execution, system calls, and kernel /proc parsing.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Our Project: Bridges this divide by embedding low-level OS rigor into an interactive DevSecOps console.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86200"/>
            <a:ext cx="5394960" cy="36576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20" name="Text 18"/>
          <p:cNvSpPr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SOLVED VS. UNSOLVED PROBLEMS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5029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Well-Solved: Cloud-level build pipelines, remote Git triggers, and container image scanning.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Unsolved / Neglected: Local Linux host administration remains fragmented across unmonitored shell scripts, heavy monitoring suites, and unaudited commands.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45352" y="38862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3886200"/>
            <a:ext cx="5394960" cy="365760"/>
          </a:xfrm>
          <a:prstGeom prst="rect">
            <a:avLst/>
          </a:prstGeom>
          <a:solidFill>
            <a:srgbClr val="FFFBEB"/>
          </a:solidFill>
        </p:spPr>
      </p:sp>
      <p:sp>
        <p:nvSpPr>
          <p:cNvPr id="24" name="Text 22"/>
          <p:cNvSpPr/>
          <p:nvPr/>
        </p:nvSpPr>
        <p:spPr>
          <a:xfrm>
            <a:off x="6428232" y="393192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RECURRING LIMITATIONS ACROSS LITERATURE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28232" y="4343400"/>
            <a:ext cx="5029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The Tooling Sprawl Dilemma: Developers must manage 5+ separate tools to build, deploy, monitor, and backup.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Process Fragility: Ad-hoc shell wrappers mishandle POSIX signal propagation, leading to zombie process leaks and broken pipe deadlocks.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3: CRITICAL ANALYSIS &amp; SYNTHESIS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Systems vs. DevSecOps Command Console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11 of 16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325880"/>
          <a:ext cx="11091672" cy="484632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280160"/>
                <a:gridCol w="1216152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/ Approach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Automation (build/deploy)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Monitoring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Backup / Restore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Process Supervision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Security Whitelist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Task Scheduling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Audit Logging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Unified CLI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Linux Shell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(Bash / Zsh)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 / Scripted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External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(top/htop)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External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(tar/rsync)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Native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(fork/exec)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Basic POSIX permissions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External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(cron/at)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Tamperable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.bash_history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(Generic shell)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CI/CD Platforms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(Jenkins / Actions)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(Cloud YAML)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Web Dashboard only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Plugin dependent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Container isolated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Cloud RBAC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Pipeline triggers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Centralized server logs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(Web/YAML runner)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Config Management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(Ansible / Puppet)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Playbook execution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Limited status checks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Scripted tasks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Agent managed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SSH / Sudo gating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Scheduled runs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Execution logs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(Headless CLI)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Monitoring Suites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(Prometheus/Grafana)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Metrics (Heavy)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Daemon only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Metric access control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Interval scraping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Daemon event logs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(Telemetry daemon)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Linux Auditd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(auditd)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Syscall tracing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Kernel hooks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Kernel rules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Immutable kernel log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(Headless service)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DevSecOps Console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(devshell&gt;) [OURS]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BUILT-IN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(build/deploy)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LIGHTWEIGHT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/proc ENGINE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INTEGRATED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POSIX I/O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ROBUST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SUPERVISION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BUILT-IN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WHITELIST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PTHREAD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SCHEDULER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IMMUTABLE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AUDIT LOG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 (NATIVE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02C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 REPL)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4: GAP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Evidence-Based Research Gap Formulation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12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12" name="Text 10"/>
          <p:cNvSpPr/>
          <p:nvPr/>
        </p:nvSpPr>
        <p:spPr>
          <a:xfrm>
            <a:off x="731520" y="1399032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1: TOOLCHAIN FRAGMENTATION &amp; CONTEXT SWITCHING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5029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Supported by: Rajapakse et al. (2022), Mao et al. (2023)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057400"/>
            <a:ext cx="50292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research focuses heavily on cloud CI/CD pipelines (Jenkins, Kubernetes). For local Linux host administration, operators must string together 5+ disjointed tools, creating cognitive load and causing 73% of security misconfigurations.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45352" y="13258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325880"/>
            <a:ext cx="5394960" cy="4114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17" name="Text 15"/>
          <p:cNvSpPr/>
          <p:nvPr/>
        </p:nvSpPr>
        <p:spPr>
          <a:xfrm>
            <a:off x="6428232" y="1399032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2: FRAGILE POSIX PROCESS SUPERVISION IN AUTOMATION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5029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Supported by: Greenberg &amp; Blatt (2020), Gallaba &amp; McIntosh (2020)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28232" y="2057400"/>
            <a:ext cx="50292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Shell script wrappers used in administrative automation suffer from unhandled signals (SIGINT, SIGCHLD), broken pipe deadlocks, and zombie process accumulation. Existing tools lack a robust POSIX supervisor designed for DevSecOps.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86200"/>
            <a:ext cx="5394960" cy="4114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22" name="Text 20"/>
          <p:cNvSpPr/>
          <p:nvPr/>
        </p:nvSpPr>
        <p:spPr>
          <a:xfrm>
            <a:off x="731520" y="3959352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3: HIGH RESOURCE OVERHEAD IN LOCAL HOST TELEMETRY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4343400"/>
            <a:ext cx="5029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Supported by: Díaz et al. (2019), Zhu et al. (2023)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4617720"/>
            <a:ext cx="50292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Developer-accessible telemetry cuts anomaly detection time by 44%, yet existing monitoring suites (Prometheus) impose heavy runtime footprints unsuited for lightweight hosts. Direct C-based /proc extraction is absent in standard shells.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45352" y="38862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86200"/>
            <a:ext cx="5394960" cy="4114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27" name="Text 25"/>
          <p:cNvSpPr/>
          <p:nvPr/>
        </p:nvSpPr>
        <p:spPr>
          <a:xfrm>
            <a:off x="6428232" y="3959352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4: UNAUDITED ROUTINE MAINTENANCE &amp; AUTOMATION GAP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28232" y="4343400"/>
            <a:ext cx="5029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Supported by: Rafi et al. (2020), Tomas et al. (2019), Bautista (2025)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28232" y="4617720"/>
            <a:ext cx="50292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Routine maintenance (backups, background tasks) lags at 38% automation and is executed via unauthenticated scripts with easily tamperable history (.bash_history), creating severe data loss and insider threat risks.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4: GAP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DevSecOps Command Console Addresses the Research Gaps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13 of 16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325880"/>
          <a:ext cx="11091672" cy="484632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776472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Identified Research Gap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DevSecOps Command Console Architectural Solution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Linux / POSIX System Calls &amp; Technical Primitives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5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 1: Tool Fragmentation &amp; Context Switching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Unified C-based interactive REPL prompt (devshell&gt;) integrating build, deploy, monitor, backup, and scheduling.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isatty(), getline(), in-memory command dispatch, modular subroutines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 2: Fragile Process Handling &amp; Signal Bugs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Dedicated Process Manager supervising child lifecycles, signal propagation traps, and pipeline buffering.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fork(), execvp(), waitpid(WNOHANG), pipe(), dup2(), sigaction(SIGCHLD)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 3: High Telemetry Resource Overhead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Lightweight System Monitoring engine parsing virtual /proc directly without spawning heavy external daemons.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open(), read(), close() on /proc/stat, /proc/meminfo, /proc/[pid]/status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 4: Unaudited Automation &amp; Neglected Backups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Security Layer with command whitelisting, POSIX multithreaded scheduler (jobs), and immutable audit logger (logs).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pthread_create(), pthread_mutex_t, sem_t, O_APPEND, file mode 0600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 &amp;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&amp; POSIX Technical Execution Flow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Blueprint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14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2148840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2148840" cy="41148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2" name="Text 10"/>
          <p:cNvSpPr/>
          <p:nvPr/>
        </p:nvSpPr>
        <p:spPr>
          <a:xfrm>
            <a:off x="640080" y="141732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USER INPUT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REPL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286000"/>
            <a:ext cx="18745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input line at devshell&gt; via getline() and strips whitespaces.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228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88920" y="1371600"/>
            <a:ext cx="2148840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1371600"/>
            <a:ext cx="2148840" cy="41148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8" name="Text 16"/>
          <p:cNvSpPr/>
          <p:nvPr/>
        </p:nvSpPr>
        <p:spPr>
          <a:xfrm>
            <a:off x="2880360" y="141732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TOKENIZATION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80360" y="19202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 Parser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0" y="2286000"/>
            <a:ext cx="18745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Tokenizes string using strtok_r() into argv[] and checks background flag (&amp;).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92040" y="2926080"/>
            <a:ext cx="228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0" y="1371600"/>
            <a:ext cx="2148840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371600"/>
            <a:ext cx="2148840" cy="41148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24" name="Text 22"/>
          <p:cNvSpPr/>
          <p:nvPr/>
        </p:nvSpPr>
        <p:spPr>
          <a:xfrm>
            <a:off x="5120640" y="141732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SECURITY GATING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19202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Layer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66360" y="2286000"/>
            <a:ext cx="18745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Validates command against whitelist, sanitizes arguments, checks getuid().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32320" y="2926080"/>
            <a:ext cx="228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69480" y="1371600"/>
            <a:ext cx="2148840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1371600"/>
            <a:ext cx="2148840" cy="41148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0" name="Text 28"/>
          <p:cNvSpPr/>
          <p:nvPr/>
        </p:nvSpPr>
        <p:spPr>
          <a:xfrm>
            <a:off x="7360920" y="141732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4: EXECUTION ENGINE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60920" y="19202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/ Pthreads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06640" y="2286000"/>
            <a:ext cx="18745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Dispatches to built-in handlers or spawns child via fork(), execvp(), pthreads.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372600" y="2926080"/>
            <a:ext cx="228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509760" y="1371600"/>
            <a:ext cx="2148840" cy="36576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0" y="1371600"/>
            <a:ext cx="2148840" cy="41148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6" name="Text 34"/>
          <p:cNvSpPr/>
          <p:nvPr/>
        </p:nvSpPr>
        <p:spPr>
          <a:xfrm>
            <a:off x="9601200" y="141732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5: AUDIT LOGGING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01200" y="19202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Logger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46920" y="2286000"/>
            <a:ext cx="18745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Appends structured event (timestamp, user, PID, status) in mode 0600.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EBF3FA"/>
          </a:solidFill>
          <a:ln w="12700">
            <a:solidFill>
              <a:srgbClr val="B9D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303520"/>
            <a:ext cx="10698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POSIX SYSTEMS PROGRAMMING GUARANTEES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Zero Zombie Leaks: sigaction(SIGCHLD) + waitpid(WNOHANG) reaps terminated background jobs immediately.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Thread Safety: Mutex locks (pthread_mutex_t) protect shared job queues and audit files from concurrent write corruption.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5: PRESENTATION &amp; IMPLEMENTATION READINESS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Semester Implementation Plan: 8-Week Deliverable Roadmap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15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3520440" cy="457200"/>
          </a:xfrm>
          <a:prstGeom prst="rect">
            <a:avLst/>
          </a:prstGeom>
          <a:solidFill>
            <a:srgbClr val="EBF3FA"/>
          </a:solidFill>
        </p:spPr>
      </p:sp>
      <p:sp>
        <p:nvSpPr>
          <p:cNvPr id="12" name="Text 10"/>
          <p:cNvSpPr/>
          <p:nvPr/>
        </p:nvSpPr>
        <p:spPr>
          <a:xfrm>
            <a:off x="731520" y="1371600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(WEEKS 1–3)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3154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Shell &amp; Process Lifecycle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1920240"/>
            <a:ext cx="3154680" cy="4023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Build interactive REPL loop with devshell&gt; prompt.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Implement lexical tokenizer &amp; command parser (strtok_r).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Implement process creation &amp; execution (fork, execvp).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Implement process reaping (waitpid) &amp; signal traps (SIGINT).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Deliver built-ins: help, history, exit.
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325880"/>
            <a:ext cx="3520440" cy="45720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17" name="Text 15"/>
          <p:cNvSpPr/>
          <p:nvPr/>
        </p:nvSpPr>
        <p:spPr>
          <a:xfrm>
            <a:off x="4526280" y="1371600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(WEEKS 4–6)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1554480"/>
            <a:ext cx="3154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Monitoring, Scheduler &amp; Backups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1920240"/>
            <a:ext cx="3154680" cy="4023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Develop /proc telemetry engine for CPU &amp; RAM (monitor).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Implement multithreaded scheduler (jobs) via pthreads.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Implement thread synchronization via mutexes &amp; semaphores.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Build automated directory archiving (backup, restore).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Implement anonymous pipes (pipe) &amp; I/O redirection (dup2).
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325880"/>
            <a:ext cx="3520440" cy="457200"/>
          </a:xfrm>
          <a:prstGeom prst="rect">
            <a:avLst/>
          </a:prstGeom>
          <a:solidFill>
            <a:srgbClr val="FFFBEB"/>
          </a:solidFill>
        </p:spPr>
      </p:sp>
      <p:sp>
        <p:nvSpPr>
          <p:cNvPr id="22" name="Text 20"/>
          <p:cNvSpPr/>
          <p:nvPr/>
        </p:nvSpPr>
        <p:spPr>
          <a:xfrm>
            <a:off x="8321040" y="1371600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(WEEKS 7–8)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21040" y="1554480"/>
            <a:ext cx="3154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Security, Audit &amp; System Testing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1920240"/>
            <a:ext cx="3154680" cy="4023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Implement Security Layer whitelist &amp; input sanitization.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Build append-only Audit Logger in mode 0600 (logs).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Integrate pipeline scripts for compilation (build, deploy).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Memory leak profiling using Valgrind &amp; POSIX stress tests.
</a:t>
            </a:r>
            <a:r>
              <a:rPr lang="en-US" sz="9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Finalize Review-3 documentation &amp; code artifact.
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37160" cy="77724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3891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CRITERION 5: PRESENTATION &amp; REFERENCES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Conclusion, Primary References &amp; Open for Viva Voce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502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0" y="5029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Marks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DevSecOps Command Console (devshell&gt;) | B.Tech Project Review-2 | Tuesday, 18th August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16 of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50292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6304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REVIEW-2 TAKEAWAYS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466344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Theoretical Justification: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confirms that tool sprawl, unaudited scripts, and telemetry overhead are critical operational problems.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Clear Evidence-Based Research Gap: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Absence of a unified, lightweight Linux command console integrating pipeline tasks, host monitoring, and audit logging.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Technical Feasibility: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architecture is grounded in robust POSIX C systems calls (fork, exec, waitpid, pipe, pthreads, /proc).
</a:t>
            </a:r>
            <a:r>
              <a:rPr lang="en-US" sz="950" b="1" dirty="0">
                <a:solidFill>
                  <a:srgbClr val="1F4E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Ready for Implementation:
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8-week milestone roadmap with strict deliverable separation.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79592" y="1325880"/>
            <a:ext cx="576072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146304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C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REFERENCES (CLICKABLE DOI LINKS)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62472" y="1783080"/>
            <a:ext cx="5394960" cy="420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R. Rajapakse et al., "Challenges in DevSecOps," Inf. Softw. Technol., 2022.
</a:t>
            </a:r>
            <a:r>
              <a:rPr lang="en-US" sz="80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Link: https://doi.org/10.1016/j.infsof.2021.106700
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 S. Rafi et al., "Prioritization of DevOps Security," IEEE Access, 2020.
</a:t>
            </a:r>
            <a:r>
              <a:rPr lang="en-US" sz="80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Link: https://doi.org/10.1109/ACCESS.2020.3000287
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 M. Greenberg et al., "Formal Semantics for POSIX Shell," ACM POPL, 2020.
</a:t>
            </a:r>
            <a:r>
              <a:rPr lang="en-US" sz="80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Link: https://doi.org/10.1145/3371112
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[4] T. Zhu et al., "APTSHIELD: Host Security for Linux," IEEE TDSC, 2023.
</a:t>
            </a:r>
            <a:r>
              <a:rPr lang="en-US" sz="80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Link: https://doi.org/10.1109/TDSC.2023.3236371
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[5] J. Díaz et al., "Self-Service Monitoring in DevSecOps," IEEE Access, 2019.
</a:t>
            </a:r>
            <a:r>
              <a:rPr lang="en-US" sz="80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Link: https://doi.org/10.1109/ACCESS.2019.2930000
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[6] R. Mao et al., "DevSecOps Industry Inquiry," J. Syst. Softw., 2023.
</a:t>
            </a:r>
            <a:r>
              <a:rPr lang="en-US" sz="80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Link: https://doi.org/10.1016/j.jss.2022.111582
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[7] R. Bautista &amp; S. Yoo, "Cybersecurity in DevOps," IEEE Access, 2025.
</a:t>
            </a:r>
            <a:r>
              <a:rPr lang="en-US" sz="80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Link: https://doi.org/10.1109/ACCESS.2025.3538112
</a:t>
            </a:r>
            <a:r>
              <a:rPr lang="en-US" sz="8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[8] M. Kerrisk, The Linux Programming Interface, No Starch Press, 2010.
</a:t>
            </a:r>
            <a:r>
              <a:rPr lang="en-US" sz="800" u="sng" dirty="0">
                <a:solidFill>
                  <a:srgbClr val="0056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Link: https://man7.org/tlpi/
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22291</Words>
  <Application>WPS Presentation</Application>
  <PresentationFormat>On-screen Show (16:9)</PresentationFormat>
  <Paragraphs>700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Department of Computer Science &amp;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DevSecOps Command Console - Project Review-2</dc:title>
  <dc:creator>B.Tech Capstone Project Team</dc:creator>
  <dc:subject>Literature Review, Critical Analysis &amp; Research Gap Analysis</dc:subject>
  <cp:lastModifiedBy>sridh</cp:lastModifiedBy>
  <cp:revision>2</cp:revision>
  <dcterms:created xsi:type="dcterms:W3CDTF">2026-08-16T22:39:00Z</dcterms:created>
  <dcterms:modified xsi:type="dcterms:W3CDTF">2026-08-16T23:27:55Z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6EA7B372D98B4473945E508C8DF32ACD_12</vt:lpwstr>
  </property>
</Properties>
</file>