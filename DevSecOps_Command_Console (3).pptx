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65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3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0" y="438912"/>
            <a:ext cx="2560320" cy="905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3444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Console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Modular Linux Command Console in C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5394960" cy="411480"/>
          </a:xfrm>
          <a:prstGeom prst="roundRect">
            <a:avLst>
              <a:gd name="adj" fmla="val 4888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520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Technical Project  ·  Week 1 – Week 10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503920" y="1691640"/>
            <a:ext cx="3200400" cy="2240280"/>
          </a:xfrm>
          <a:prstGeom prst="roundRect">
            <a:avLst>
              <a:gd name="adj" fmla="val 244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41080" y="1764792"/>
            <a:ext cx="292608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pwd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cd src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help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_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8006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Vadla Vishal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2510080031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310128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310128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493008" y="4800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93008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493008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Shirisha Mangalagiri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2510080017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63056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163056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45936" y="4800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45936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345936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Tejaswini Singam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3459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2510080049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9015984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9015984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198864" y="480060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198864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9198864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Vamshi Pallemoni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9198864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2510080034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Project Foundation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2880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DevSecOps Command Console project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Linux/Ubuntu environment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project structure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and compilation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command-line shell loop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prompt:  devshell&gt;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754880" y="182880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901952"/>
            <a:ext cx="32918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DevSecOps_Command_Console/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include/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Makefile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429768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437083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_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flow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686800" y="182880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68680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(src/, include/)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2468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0" y="2852928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686800" y="2852928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→ compile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3493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686800" y="3877056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686800" y="3877056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5171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686800" y="4901184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686800" y="4901184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loop  devshell&gt;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C project that compiles with Make and runs a basic shell loop with a prompt.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Dynamic Input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buffer flow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200" y="1828800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633472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" y="2633472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malloc()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57200" y="3438144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7200" y="3438144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68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7200" y="4242816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realloc() when required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73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57200" y="5047488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57200" y="5047488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Command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(simplified)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4297680" y="1828800"/>
            <a:ext cx="4572000" cy="3840480"/>
          </a:xfrm>
          <a:prstGeom prst="roundRect">
            <a:avLst>
              <a:gd name="adj" fmla="val 142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34840" y="1901952"/>
            <a:ext cx="429768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 = malloc(initial_size)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reading input: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buffer is full: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buffer = realloc(buffer,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larger_size)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free(buffer)  // when done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9235440" y="1828800"/>
            <a:ext cx="2468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command input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expanding input buffer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can accept dynamically sized user input.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Command Parsing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→ arguments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4206240" cy="3931920"/>
          </a:xfrm>
          <a:prstGeom prst="roundRect">
            <a:avLst>
              <a:gd name="adj" fmla="val 1395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810512"/>
            <a:ext cx="393192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/home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  Parser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tokens[0] = 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tokens[1] = -l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tokens[2] = /home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tokens[3] = NULL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flow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0" y="173736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029200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029200" y="28346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02920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029200" y="39319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029200" y="393192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+ Arguments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29200" y="50292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029200" y="502920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Execution-ready structure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17830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parser.c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parser.h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strtok()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arrays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token storage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termination (for execvp)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can understand commands and their arguments.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Process Execution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12801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7432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886200" y="1737360"/>
            <a:ext cx="0" cy="32004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43200" y="20574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7432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 flipH="1">
            <a:off x="2103120" y="2514600"/>
            <a:ext cx="1188720" cy="54864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480560" y="2514600"/>
            <a:ext cx="1188720" cy="54864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31520" y="30632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315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297680" y="30632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2976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2103120" y="3520440"/>
            <a:ext cx="0" cy="3657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669280" y="3520440"/>
            <a:ext cx="0" cy="3657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31520" y="3886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3152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4297680" y="3886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29768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  →  Linux command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103120" y="4389120"/>
            <a:ext cx="1188720" cy="5943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H="1">
            <a:off x="4480560" y="4389120"/>
            <a:ext cx="1188720" cy="5943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743200" y="49834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7432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68096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680960" y="17373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18120" y="1810512"/>
            <a:ext cx="3749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  README.md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  src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6809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7680960" y="379476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– create child process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execvp() – run Linux command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 – parent waits for child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child process model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management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Linux commands can be executed through child processes.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Built-in Commands &amp; Environment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834640" y="13716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83464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directory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212080" y="13716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1208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terminal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7200" y="288036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520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available commands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834640" y="288036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2834640" y="288036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283464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2926080" y="3520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environment information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212080" y="288036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212080" y="288036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21208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5303520" y="3520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console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C functions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7863840" y="173736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01000" y="1810512"/>
            <a:ext cx="3566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getcwd()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chdir()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getenv()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7863840" y="34747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786384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 run inside the shell itself — no separate child process (no fork).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57200" y="4526280"/>
            <a:ext cx="7132320" cy="118872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94360" y="4599432"/>
            <a:ext cx="6858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pwd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cd src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help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shell functionality was added.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Signal Handling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10312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37744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37744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29768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9768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(SIGINT)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21792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1792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3816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13816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Shell Behavior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05840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1005840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devshell&gt;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457200" y="3017520"/>
            <a:ext cx="4206240" cy="1554480"/>
          </a:xfrm>
          <a:prstGeom prst="roundRect">
            <a:avLst>
              <a:gd name="adj" fmla="val 352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3090672"/>
            <a:ext cx="39319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command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^C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029200" y="3017520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66360" y="3090672"/>
            <a:ext cx="29260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src/signals.c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include/signals.h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30175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/ Ctrl+C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 module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interruption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stability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457200" y="4754880"/>
            <a:ext cx="7772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stays in control and returns to the prompt.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can handle user interrupts more safely without unnecessarily terminating the console.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7: Security Layer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88036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88036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validate_command()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30352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30352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72668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2668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is_command_allowed()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012680" y="12344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012680" y="1234440"/>
            <a:ext cx="17373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→ Execute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012680" y="196596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1001268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→ Security Alert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13716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command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57200" y="3383280"/>
            <a:ext cx="4480560" cy="2286000"/>
          </a:xfrm>
          <a:prstGeom prst="roundRect">
            <a:avLst>
              <a:gd name="adj" fmla="val 2400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" y="3456432"/>
            <a:ext cx="42062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unauthorized_command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Alert: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is not allowed.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53035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5303520" y="33832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whitelist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command blocking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before execution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inside the shell workflow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778240" y="292608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61120" y="30175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
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“Security is integrated into the command execution pipeline.”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evolved from a basic shell into a security-focused command console.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Memory Management, Debugging &amp; Verification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Source-level debugging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51960" y="12801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25196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25196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AddressSanitizer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error detection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046720" y="12801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04672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detection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57200" y="2560320"/>
            <a:ext cx="6949440" cy="3200400"/>
          </a:xfrm>
          <a:prstGeom prst="roundRect">
            <a:avLst>
              <a:gd name="adj" fmla="val 2857"/>
            </a:avLst>
          </a:prstGeom>
          <a:solidFill>
            <a:srgbClr val="DCFCE7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RESULT  ✓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154680"/>
            <a:ext cx="6492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bytes in 0 blocks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allocs, 10 frees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heap blocks were freed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SUMMARY: 0 errors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handling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3063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cleanup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Exit-path memory management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allocation and cleanup were successfully verified.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9: File Descriptors &amp; I/O Redirection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stdin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377440" y="128016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37744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stdout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297680" y="128016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29768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→ stderr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008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Output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7724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Append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1440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40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Input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05156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5156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 Error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57200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5720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2148840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2368296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2368296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059936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279392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279392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Process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971032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190488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6190488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882128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8101584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101584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dup2()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793224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0012680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1001268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457200" y="3611880"/>
            <a:ext cx="5852160" cy="2148840"/>
          </a:xfrm>
          <a:prstGeom prst="roundRect">
            <a:avLst>
              <a:gd name="adj" fmla="val 2553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685032"/>
            <a:ext cx="557784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&gt; output.txt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&gt;&gt; output.txt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 input.txt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invalid 2&gt; error.txt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6675120" y="361188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12280" y="3685032"/>
            <a:ext cx="21031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2000" dirty="0"/>
          </a:p>
        </p:txBody>
      </p:sp>
      <p:sp>
        <p:nvSpPr>
          <p:cNvPr id="46" name="Shape 43"/>
          <p:cNvSpPr/>
          <p:nvPr/>
        </p:nvSpPr>
        <p:spPr>
          <a:xfrm>
            <a:off x="9326880" y="3611880"/>
            <a:ext cx="2377440" cy="2148840"/>
          </a:xfrm>
          <a:prstGeom prst="roundRect">
            <a:avLst>
              <a:gd name="adj" fmla="val 340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9326880" y="3611880"/>
            <a:ext cx="23774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 the child process, before execvp()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File-descriptor based I/O redirection is implemented in the child process before command execution.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10: Multithreading &amp; Concurrency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78308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 support added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 thread using pthread_create()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existing signal handling and shell loop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pthread_detach() – monitor runs independently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-pthread added to Makefile (compile + link)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325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 — shell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663440" y="17373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6344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devshell&gt;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1737360"/>
            <a:ext cx="393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19672" y="17373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19672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982712" y="1737360"/>
            <a:ext cx="393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375904" y="17373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375904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parse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838944" y="1737360"/>
            <a:ext cx="393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232136" y="17373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232136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25146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  runs concurrently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2971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THREAD — detached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4663440" y="33832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663440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383280"/>
            <a:ext cx="210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473952" y="33832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473952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pthread_detach()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383280"/>
            <a:ext cx="210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284464" y="33832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84464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loop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884664" y="3383280"/>
            <a:ext cx="210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0094976" y="338328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10094976" y="3383280"/>
            <a:ext cx="1600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10 seconds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663440" y="4343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466344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-pthread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64808" y="4343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464808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thread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8266176" y="4343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66176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interval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0067544" y="4343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10067544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handling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663440" y="5029200"/>
            <a:ext cx="7040880" cy="73152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4663440" y="5029200"/>
            <a:ext cx="70408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concurrent background monitoring without interrupting normal command execution.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 runs every 10 seconds while the shell remains active.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Evolution: Week 1 → Week 10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1572768"/>
            <a:ext cx="105156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0372" y="1280160"/>
            <a:ext cx="594360" cy="5943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037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7200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· shell loop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18742" y="1280160"/>
            <a:ext cx="594360" cy="5943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1874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585570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585570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85570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· realloc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947111" y="1280160"/>
            <a:ext cx="594360" cy="59436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47111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713939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713939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2713939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strtok · tokens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075481" y="1280160"/>
            <a:ext cx="594360" cy="594360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75481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3842309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842309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842309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· execvp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203850" y="1280160"/>
            <a:ext cx="594360" cy="5943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20385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4970678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4970678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4970678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· pwd · env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332220" y="1280160"/>
            <a:ext cx="594360" cy="5943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3222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6099048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099048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099048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· Ctrl+C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460590" y="1280160"/>
            <a:ext cx="594360" cy="594360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6059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7227418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7227418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7227418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· validate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588959" y="1280160"/>
            <a:ext cx="594360" cy="59436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588959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8355787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8355787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8355787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· GDB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717329" y="1280160"/>
            <a:ext cx="594360" cy="5943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717329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9484157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9484157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9484157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dup2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10845698" y="1280160"/>
            <a:ext cx="594360" cy="5943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845698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7" name="Shape 54"/>
          <p:cNvSpPr/>
          <p:nvPr/>
        </p:nvSpPr>
        <p:spPr>
          <a:xfrm>
            <a:off x="10612526" y="2011680"/>
            <a:ext cx="1069848" cy="1371600"/>
          </a:xfrm>
          <a:prstGeom prst="roundRect">
            <a:avLst>
              <a:gd name="adj" fmla="val 6838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58" name="Text 55"/>
          <p:cNvSpPr txBox="1"/>
          <p:nvPr/>
        </p:nvSpPr>
        <p:spPr>
          <a:xfrm>
            <a:off x="10612526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10612526" y="2011680"/>
            <a:ext cx="1069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 · monitor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architecture</a:t>
            </a:r>
            <a:endParaRPr lang="en-US" sz="2000" dirty="0"/>
          </a:p>
        </p:txBody>
      </p:sp>
      <p:sp>
        <p:nvSpPr>
          <p:cNvPr id="61" name="Shape 58"/>
          <p:cNvSpPr/>
          <p:nvPr/>
        </p:nvSpPr>
        <p:spPr>
          <a:xfrm>
            <a:off x="457200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62" name="Text 59"/>
          <p:cNvSpPr txBox="1"/>
          <p:nvPr/>
        </p:nvSpPr>
        <p:spPr>
          <a:xfrm>
            <a:off x="457200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1627632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883664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65" name="Text 62"/>
          <p:cNvSpPr txBox="1"/>
          <p:nvPr/>
        </p:nvSpPr>
        <p:spPr>
          <a:xfrm>
            <a:off x="1883664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66" name="Text 63"/>
          <p:cNvSpPr txBox="1"/>
          <p:nvPr/>
        </p:nvSpPr>
        <p:spPr>
          <a:xfrm>
            <a:off x="3054096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3310128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68" name="Text 65"/>
          <p:cNvSpPr txBox="1"/>
          <p:nvPr/>
        </p:nvSpPr>
        <p:spPr>
          <a:xfrm>
            <a:off x="3310128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4480560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4736592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71" name="Text 68"/>
          <p:cNvSpPr txBox="1"/>
          <p:nvPr/>
        </p:nvSpPr>
        <p:spPr>
          <a:xfrm>
            <a:off x="4736592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72" name="Text 69"/>
          <p:cNvSpPr txBox="1"/>
          <p:nvPr/>
        </p:nvSpPr>
        <p:spPr>
          <a:xfrm>
            <a:off x="5907024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6163056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74" name="Text 71"/>
          <p:cNvSpPr txBox="1"/>
          <p:nvPr/>
        </p:nvSpPr>
        <p:spPr>
          <a:xfrm>
            <a:off x="6163056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75" name="Text 72"/>
          <p:cNvSpPr txBox="1"/>
          <p:nvPr/>
        </p:nvSpPr>
        <p:spPr>
          <a:xfrm>
            <a:off x="7333488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76" name="Shape 73"/>
          <p:cNvSpPr/>
          <p:nvPr/>
        </p:nvSpPr>
        <p:spPr>
          <a:xfrm>
            <a:off x="7589520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77" name="Text 74"/>
          <p:cNvSpPr txBox="1"/>
          <p:nvPr/>
        </p:nvSpPr>
        <p:spPr>
          <a:xfrm>
            <a:off x="7589520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00" dirty="0"/>
          </a:p>
        </p:txBody>
      </p:sp>
      <p:sp>
        <p:nvSpPr>
          <p:cNvPr id="78" name="Text 75"/>
          <p:cNvSpPr txBox="1"/>
          <p:nvPr/>
        </p:nvSpPr>
        <p:spPr>
          <a:xfrm>
            <a:off x="8759952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79" name="Shape 76"/>
          <p:cNvSpPr/>
          <p:nvPr/>
        </p:nvSpPr>
        <p:spPr>
          <a:xfrm>
            <a:off x="9015984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80" name="Text 77"/>
          <p:cNvSpPr txBox="1"/>
          <p:nvPr/>
        </p:nvSpPr>
        <p:spPr>
          <a:xfrm>
            <a:off x="9015984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400" dirty="0"/>
          </a:p>
        </p:txBody>
      </p:sp>
      <p:sp>
        <p:nvSpPr>
          <p:cNvPr id="81" name="Text 78"/>
          <p:cNvSpPr txBox="1"/>
          <p:nvPr/>
        </p:nvSpPr>
        <p:spPr>
          <a:xfrm>
            <a:off x="10186416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82" name="Shape 79"/>
          <p:cNvSpPr/>
          <p:nvPr/>
        </p:nvSpPr>
        <p:spPr>
          <a:xfrm>
            <a:off x="10442448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83" name="Text 80"/>
          <p:cNvSpPr txBox="1"/>
          <p:nvPr/>
        </p:nvSpPr>
        <p:spPr>
          <a:xfrm>
            <a:off x="10442448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457200" y="49834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dash"/>
          </a:ln>
        </p:spPr>
      </p:sp>
      <p:sp>
        <p:nvSpPr>
          <p:cNvPr id="85" name="Text 82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Background Monitor Thread (Week 10): runs concurrently with the shell loop, every 10 seconds</a:t>
            </a:r>
            <a:endParaRPr lang="en-US" sz="1500" dirty="0"/>
          </a:p>
        </p:txBody>
      </p:sp>
      <p:sp>
        <p:nvSpPr>
          <p:cNvPr id="86" name="Shape 83"/>
          <p:cNvSpPr/>
          <p:nvPr/>
        </p:nvSpPr>
        <p:spPr>
          <a:xfrm>
            <a:off x="457200" y="56235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incrementally transformed the project into a more capable, secure and maintainable Linux command console.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&amp; Project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23444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3075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RESULTS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6916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verified · Runtime testing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testing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verification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 testing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23444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172200" y="123444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13075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COMPETENCE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16916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· Linux system calls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· Dynamic memory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· File descriptors · POSIX threads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7200" y="292608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9992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SUSTAINABILITY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3832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command execution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Linux implementation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background monitoring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maintainable, extensible design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72200" y="292608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172200" y="292608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29992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TO SOCIETY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33832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Linux/C and cybersecurity education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training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software development learning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programming laboratory use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46634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40080" y="46634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(not implemented):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redirections · Pipelines using pipe() · Background execution of commands (&amp;) · Command history · Advanced logging/auditing · Stronger security policies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57200" y="56692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5669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a basic Linux shell to a secure and extensible DevSecOps Command Console.”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5669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Command Console</dc:title>
  <dc:subject>PptxGenJS Presentation</dc:subject>
  <dc:creator>PptxGenJS</dc:creator>
  <cp:lastModifiedBy>PptxGenJS</cp:lastModifiedBy>
  <cp:revision>1</cp:revision>
  <dcterms:created xsi:type="dcterms:W3CDTF">2026-10-08T03:04:25Z</dcterms:created>
  <dcterms:modified xsi:type="dcterms:W3CDTF">2026-10-08T03:04:25Z</dcterms:modified>
</cp:coreProperties>
</file>